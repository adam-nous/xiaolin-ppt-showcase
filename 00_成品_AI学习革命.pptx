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1612880" cy="6667500"/>
            <a:chOff x="0" y="0"/>
            <a:chExt cx="11612880" cy="6667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667EEA"/>
                </a:gs>
                <a:gs pos="100000">
                  <a:srgbClr val="764BA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476250" y="476250"/>
              <a:ext cx="2857500" cy="28575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620000" y="2857500"/>
              <a:ext cx="3810000" cy="381000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8665" y="648652"/>
            <a:ext cx="1918335" cy="218123"/>
            <a:chOff x="748665" y="648652"/>
            <a:chExt cx="1918335" cy="218123"/>
          </a:xfrm>
        </p:grpSpPr>
        <p:sp>
          <p:nvSpPr>
            <p:cNvPr id="6" name="TextBox 6"/>
            <p:cNvSpPr txBox="1"/>
            <p:nvPr/>
          </p:nvSpPr>
          <p:spPr>
            <a:xfrm>
              <a:off x="748665" y="64865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Arial"/>
                  <a:cs typeface="Arial"/>
                </a:rPr>
                <a:t>REASONIX · AI EDUCATION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57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93420" y="1798320"/>
            <a:ext cx="2405444" cy="2811780"/>
            <a:chOff x="693420" y="1798320"/>
            <a:chExt cx="2405444" cy="2811780"/>
          </a:xfrm>
        </p:grpSpPr>
        <p:sp>
          <p:nvSpPr>
            <p:cNvPr id="9" name="TextBox 9"/>
            <p:cNvSpPr txBox="1"/>
            <p:nvPr/>
          </p:nvSpPr>
          <p:spPr>
            <a:xfrm>
              <a:off x="693420" y="1798320"/>
              <a:ext cx="229202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AI时代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3420" y="2655570"/>
              <a:ext cx="24054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的学习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3420" y="3512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D700"/>
                  </a:solidFill>
                  <a:latin typeface="Georgia"/>
                  <a:ea typeface="SimSun"/>
                  <a:cs typeface="Georgia"/>
                </a:rPr>
                <a:t>革命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2950" y="4476750"/>
            <a:ext cx="2148364" cy="828675"/>
            <a:chOff x="742950" y="4476750"/>
            <a:chExt cx="2148364" cy="828675"/>
          </a:xfrm>
        </p:grpSpPr>
        <p:sp>
          <p:nvSpPr>
            <p:cNvPr id="13" name="Line 13"/>
            <p:cNvSpPr/>
            <p:nvPr/>
          </p:nvSpPr>
          <p:spPr>
            <a:xfrm>
              <a:off x="762000" y="44767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FFFFFF">
                  <a:alpha val="6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950" y="4695825"/>
              <a:ext cx="21483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动效版 v2 · 全动效演示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5061585"/>
              <a:ext cx="18147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教育科技 · AI · 动效演示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952500"/>
            <a:ext cx="2857500" cy="571500"/>
            <a:chOff x="8572500" y="952500"/>
            <a:chExt cx="2857500" cy="571500"/>
          </a:xfrm>
        </p:grpSpPr>
        <p:sp>
          <p:nvSpPr>
            <p:cNvPr id="17" name="Rectangle 17"/>
            <p:cNvSpPr/>
            <p:nvPr/>
          </p:nvSpPr>
          <p:spPr>
            <a:xfrm>
              <a:off x="8572500" y="952500"/>
              <a:ext cx="2857500" cy="571500"/>
            </a:xfrm>
            <a:prstGeom prst="roundRect">
              <a:avLst>
                <a:gd name="adj" fmla="val 50000"/>
              </a:avLst>
            </a:prstGeom>
            <a:solidFill>
              <a:srgbClr val="FFD700">
                <a:alpha val="9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72886" y="11715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成品案例 1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050976" y="65212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FFFFFF">
                    <a:alphaMod val="50000"/>
                  </a:srgbClr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2026-06-24T01:52:04Z</dcterms:created>
  <dcterms:modified xsi:type="dcterms:W3CDTF">2026-06-24T01:52:04Z</dcterms:modified>
  <cp:category/>
  <cp:contentStatus/>
</cp:coreProperties>
</file>