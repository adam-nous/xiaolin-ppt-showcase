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11" name="Picture 10" descr="bg_neu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 panose="020B0609020204030204"/>
              </a:defRPr>
            </a:pPr>
            <a:r>
              <a:t>AI 时代的学习革命 · LEARNING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 panose="020B0609020204030204"/>
              </a:defRPr>
            </a:pPr>
            <a:r>
              <a:t>SS · 2026.06.21 ·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 panose="020B0609020204030204"/>
              </a:defRPr>
            </a:pPr>
            <a:r>
              <a:t>LEARNING REVOLUTION · 学习革命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AI 时代</a:t>
            </a:r>
            <a:br/>
            <a:r>
              <a:t>学习革命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005840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DD"/>
                </a:solidFill>
                <a:latin typeface="Microsoft YaHei UI" panose="020B0503020204020204" charset="-122"/>
              </a:defRPr>
            </a:pPr>
            <a:r>
              <a:t>当 AI 成为你的学习伙伴，传统学习方式正在被重新定义。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Reasonix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→ swipe / arrow keys</a:t>
            </a:r>
          </a:p>
        </p:txBody>
      </p:sp>
    </p:spTree>
  </p:cSld>
  <p:clrMapOvr>
    <a:masterClrMapping/>
  </p:clrMapOvr>
  <ns3:AlternateContent>
    <ns3:Choice Requires="p14">
      <p:transition ns4:dur="500">
        <p:fade/>
      </p:transition>
    </ns3:Choice>
    <ns3:Fallback>
      <p:transition>
        <p:fade/>
      </p:transition>
    </ns3:Fallback>
  </ns3:AlternateContent>
</p:sld>
</file>

<file path=ppt/slides/slide2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26" name="Picture 25" descr="data_vi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1100000"/>
            <a:ext cx="3300000" cy="130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数据洞察 · DATA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02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FA7"/>
                </a:solidFill>
                <a:latin typeface="Consolas" panose="020B0609020204030204"/>
              </a:defRPr>
            </a:pPr>
            <a: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225" y="1755775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AI 正在改变学习的每一个维度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2148840"/>
            <a:ext cx="3017520" cy="5029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148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每一个维度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73%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5156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学习效率提升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3.2×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使用 AI 工具的学生平均学习速度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846320"/>
            <a:ext cx="18288" cy="18288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知识留存率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68%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间隔重复 + 主动回忆的组合效果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846320"/>
            <a:ext cx="18288" cy="18288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个性化覆盖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AI 可适配的学习场景比例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4846320"/>
            <a:ext cx="18288" cy="18288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时间节省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4.7h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每周平均节省的学习时间</a:t>
            </a:r>
          </a:p>
        </p:txBody>
      </p:sp>
    </p:spTree>
  </p:cSld>
  <p:clrMapOvr>
    <a:masterClrMapping/>
  </p:clrMapOvr>
  <ns3:AlternateContent>
    <ns3:Choice Requires="p14">
      <p:transition ns4:dur="400">
        <p:fade/>
      </p:transition>
    </ns3:Choice>
    <ns3:Fallback>
      <p:transition>
        <p:fade/>
      </p:transition>
    </ns3:Fallback>
  </ns3:AlternateContent>
</p:sld>
</file>

<file path=ppt/slides/slide3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32" name="Picture 31" descr="card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60320"/>
            <a:ext cx="5029200" cy="3840480"/>
          </a:xfrm>
          <a:prstGeom prst="rect">
            <a:avLst/>
          </a:prstGeom>
        </p:spPr>
      </p:pic>
      <p:pic>
        <p:nvPicPr>
          <p:cNvPr id="33" name="Picture 32" descr="trad_learn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00" y="6000000"/>
            <a:ext cx="4900000" cy="750000"/>
          </a:xfrm>
          <a:prstGeom prst="rect">
            <a:avLst/>
          </a:prstGeom>
        </p:spPr>
      </p:pic>
      <p:pic>
        <p:nvPicPr>
          <p:cNvPr id="34" name="Picture 33" descr="ai_learn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000" y="6000000"/>
            <a:ext cx="5200000" cy="75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范式对比 ·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OLD vs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两种学习范式的碰撞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4754880" cy="3840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Consolas" panose="020B0609020204030204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传统学习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线性进度、统一教材、固定节奏，所有人走同一条路。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663440"/>
            <a:ext cx="137160" cy="182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被动接收信息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5029200"/>
            <a:ext cx="137160" cy="182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考前突击记忆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394959"/>
            <a:ext cx="137160" cy="182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反馈周期长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5760720"/>
            <a:ext cx="137160" cy="182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千人一面的教学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560320"/>
            <a:ext cx="5029200" cy="3840480"/>
          </a:xfrm>
          <a:prstGeom prst="rect">
            <a:avLst/>
          </a:prstGeom>
          <a:solidFill>
            <a:srgbClr val="002FA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 panose="020B0609020204030204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 panose="020B0609020204030204"/>
              </a:defRPr>
            </a:pPr>
            <a:r>
              <a:t>AI 学习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Adaptive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Microsoft YaHei UI" panose="020B0503020204020204" charset="-122"/>
              </a:defRPr>
            </a:pPr>
            <a:r>
              <a:t>自适应路径、实时反馈、个性化节奏，每个人都有专属路线。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663440"/>
            <a:ext cx="1371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主动探索与创造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029200"/>
            <a:ext cx="1371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间隔重复巩固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5394959"/>
            <a:ext cx="1371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即时智能反馈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5760720"/>
            <a:ext cx="1371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千人千面的体验</a:t>
            </a:r>
          </a:p>
        </p:txBody>
      </p:sp>
    </p:spTree>
  </p:cSld>
  <p:clrMapOvr>
    <a:masterClrMapping/>
  </p:clrMapOvr>
  <ns3:AlternateContent>
    <ns3:Choice Requires="p14">
      <p:transition ns4:dur="500">
        <p:wipe dir="r"/>
      </p:transition>
    </ns3:Choice>
    <ns3:Fallback>
      <p:transition>
        <p:wipe dir="r"/>
      </p:transition>
    </ns3:Fallback>
  </ns3:AlternateContent>
</p:sld>
</file>

<file path=ppt/slides/slide4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33" name="Picture 32" descr="card_crea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754880"/>
            <a:ext cx="3291840" cy="1828800"/>
          </a:xfrm>
          <a:prstGeom prst="rect">
            <a:avLst/>
          </a:prstGeom>
        </p:spPr>
      </p:pic>
      <p:pic>
        <p:nvPicPr>
          <p:cNvPr id="34" name="Picture 33" descr="skill_ques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840" y="2803200"/>
            <a:ext cx="750000" cy="550000"/>
          </a:xfrm>
          <a:prstGeom prst="rect">
            <a:avLst/>
          </a:prstGeom>
        </p:spPr>
      </p:pic>
      <p:pic>
        <p:nvPicPr>
          <p:cNvPr id="35" name="Picture 34" descr="skill_fil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960" y="2803200"/>
            <a:ext cx="750000" cy="550000"/>
          </a:xfrm>
          <a:prstGeom prst="rect">
            <a:avLst/>
          </a:prstGeom>
        </p:spPr>
      </p:pic>
      <p:pic>
        <p:nvPicPr>
          <p:cNvPr id="36" name="Picture 35" descr="skill_connec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8560" y="2803200"/>
            <a:ext cx="750000" cy="550000"/>
          </a:xfrm>
          <a:prstGeom prst="rect">
            <a:avLst/>
          </a:prstGeom>
        </p:spPr>
      </p:pic>
      <p:pic>
        <p:nvPicPr>
          <p:cNvPr id="37" name="Picture 36" descr="skill_dialogu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360" y="4814880"/>
            <a:ext cx="750000" cy="550000"/>
          </a:xfrm>
          <a:prstGeom prst="rect">
            <a:avLst/>
          </a:prstGeom>
        </p:spPr>
      </p:pic>
      <p:pic>
        <p:nvPicPr>
          <p:cNvPr id="38" name="Picture 37" descr="skill_jud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0960" y="4814880"/>
            <a:ext cx="750000" cy="550000"/>
          </a:xfrm>
          <a:prstGeom prst="rect">
            <a:avLst/>
          </a:prstGeom>
        </p:spPr>
      </p:pic>
      <p:pic>
        <p:nvPicPr>
          <p:cNvPr id="39" name="Picture 38" descr="skill_actio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8560" y="4814880"/>
            <a:ext cx="750000" cy="55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核心能力 · CORE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04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FA7"/>
                </a:solidFill>
                <a:latin typeface="Consolas" panose="020B0609020204030204"/>
              </a:defRPr>
            </a:pPr>
            <a:r>
              <a:t>SIX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AI 时代学习者的六大能力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提问力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学会向 AI 提出精准的问题，比答案更重要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筛选力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在信息洪流中辨别真伪，提取核心价值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整合力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跨学科连接知识碎片，构建自己的认知框架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对话力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与 AI 高效协作，把 AI 当作思维伙伴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75488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判断力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保持独立思考，不被 AI 输出绑架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754880"/>
            <a:ext cx="3291840" cy="1828800"/>
          </a:xfrm>
          <a:prstGeom prst="rect">
            <a:avLst/>
          </a:prstGeom>
          <a:solidFill>
            <a:srgbClr val="002FA7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行动力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学以致用，把知识转化为实际成果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行动力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Microsoft YaHei UI" panose="020B0503020204020204" charset="-122"/>
              </a:defRPr>
            </a:pPr>
            <a:r>
              <a:t>学以致用，把知识转化为实际成果</a:t>
            </a:r>
          </a:p>
        </p:txBody>
      </p:sp>
    </p:spTree>
  </p:cSld>
  <p:clrMapOvr>
    <a:masterClrMapping/>
  </p:clrMapOvr>
  <ns3:AlternateContent>
    <ns3:Choice Requires="p14">
      <p:transition ns4:dur="400">
        <p:fade/>
      </p:transition>
    </ns3:Choice>
    <ns3:Fallback>
      <p:transition>
        <p:fade/>
      </p:transition>
    </ns3:Fallback>
  </ns3:AlternateContent>
</p:sld>
</file>

<file path=ppt/slides/slide5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34" name="Picture 33" descr="metho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5120640"/>
            <a:ext cx="1500000" cy="10972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方法论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THE 5-STEP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AI 增强学习五步循环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定义目标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用 AI 拆解学习目标</a:t>
            </a:r>
            <a:br/>
            <a:r>
              <a:t>为可执行的小任务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主动探索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让 AI 生成学习路径</a:t>
            </a:r>
            <a:br/>
            <a:r>
              <a:t>和资源推荐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深度理解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用费曼学习法</a:t>
            </a:r>
            <a:br/>
            <a:r>
              <a:t>让 AI 扮演学生听你讲解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实践验证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在真实场景中应用</a:t>
            </a:r>
            <a:br/>
            <a:r>
              <a:t>用 AI 做即时反馈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间隔复习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AI 自动生成复习计划</a:t>
            </a:r>
            <a:br/>
            <a:r>
              <a:t>按遗忘曲线巩固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029200"/>
            <a:ext cx="1051560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120640"/>
            <a:ext cx="54864" cy="10972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关键洞察：AI 不是替代你学习，而是放大你的学习能力。每个步骤中，AI 是工具，你才是主导。</a:t>
            </a:r>
          </a:p>
        </p:txBody>
      </p:sp>
    </p:spTree>
  </p:cSld>
  <p:clrMapOvr>
    <a:masterClrMapping/>
  </p:clrMapOvr>
  <ns3:AlternateContent>
    <ns3:Choice Requires="p14">
      <p:transition ns4:dur="500">
        <p:push dir="r"/>
      </p:transition>
    </ns3:Choice>
    <ns3:Fallback>
      <p:transition>
        <p:push dir="r"/>
      </p:transition>
    </ns3:Fallback>
  </ns3:AlternateContent>
</p:sld>
</file>

<file path=ppt/slides/slide6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transition spd="med" advClick="1">
    <p:fade/>
  </p:transition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工具效率 · TOOL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06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FA7"/>
                </a:solidFill>
                <a:latin typeface="Consolas" panose="020B0609020204030204"/>
              </a:defRPr>
            </a:pPr>
            <a:r>
              <a:t>EFFICIENCY 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AI 学习工具效率提升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智能笔记整理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971800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0" y="2971800"/>
            <a:ext cx="5440680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个性化题目生成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611880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3611880"/>
            <a:ext cx="5888736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知识图谱构建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251959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4251959"/>
            <a:ext cx="4992624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写作辅助优化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4892040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0" y="4892040"/>
            <a:ext cx="5632704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88%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多语言翻译学习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5532120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5532120"/>
            <a:ext cx="6080760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95%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26480"/>
            <a:ext cx="10515600" cy="4572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数据来源：2026 年全球 AI 教育应用调研报告 · 覆盖 50 万+ 学习者样本</a:t>
            </a:r>
          </a:p>
        </p:txBody>
      </p:sp>
    </p:spTree>
  </p:cSld>
  <p:clrMapOvr>
    <a:masterClrMapping/>
  </p:clrMapOvr>
  <ns2:AlternateContent>
    <ns2:Choice Requires="p14">
      <p:transition ns3:dur="400">
        <p:fade/>
      </p:transition>
    </ns2:Choice>
    <ns2:Fallback>
      <p:transition>
        <p:fade/>
      </p:transition>
    </ns2:Fallback>
  </ns2:AlternateContent>
</p:sld>
</file>

<file path=ppt/slides/slide7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11" name="Picture 10" descr="bg_b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2" name="Picture 11" descr="manife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0" y="0"/>
            <a:ext cx="569136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 panose="020B0609020204030204"/>
              </a:defRPr>
            </a:pPr>
            <a:r>
              <a:t>宣言 · MANIFESTO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 panose="020B0609020204030204"/>
              </a:defRPr>
            </a:pPr>
            <a: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onsolas" panose="020B0609020204030204"/>
              </a:defRPr>
            </a:pPr>
            <a:r>
              <a:t>THE FUTURE IS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不要问 AI 能</a:t>
            </a:r>
            <a:br/>
            <a:r>
              <a:t>为你学什么</a:t>
            </a:r>
            <a:br/>
            <a:r>
              <a:t>要问你想成为谁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0058400" cy="18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Microsoft YaHei UI" panose="020B0503020204020204" charset="-122"/>
              </a:defRPr>
            </a:pPr>
            <a:r>
              <a:t>AI 是镜子，映照出你的学习意愿。工具再强大，也替代不了你的好奇心和行动力。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 panose="020B0609020204030204"/>
              </a:defRPr>
            </a:pPr>
            <a:r>
              <a:t>Reasonix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onsolas" panose="020B0609020204030204"/>
              </a:defRPr>
            </a:pPr>
            <a:r>
              <a:t>MANIFESTO</a:t>
            </a:r>
          </a:p>
        </p:txBody>
      </p:sp>
    </p:spTree>
  </p:cSld>
  <p:clrMapOvr>
    <a:masterClrMapping/>
  </p:clrMapOvr>
  <ns3:AlternateContent>
    <ns3:Choice Requires="p14">
      <p:transition ns4:dur="600">
        <p:fade/>
      </p:transition>
    </ns3:Choice>
    <ns3:Fallback>
      <p:transition>
        <p:fade/>
      </p:transition>
    </ns3:Fallback>
  </ns3:AlternateContent>
</p:sld>
</file>

<file path=ppt/slides/slide8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28" name="Picture 27" descr="bg_sp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304" cy="6858000"/>
          </a:xfrm>
          <a:prstGeom prst="rect">
            <a:avLst/>
          </a:prstGeom>
        </p:spPr>
      </p:pic>
      <p:pic>
        <p:nvPicPr>
          <p:cNvPr id="29" name="Picture 28" descr="clo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000" y="0"/>
            <a:ext cx="6600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002FA7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 panose="020B0609020204030204"/>
              </a:defRPr>
            </a:pPr>
            <a:r>
              <a:t>MANIFESTO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Start learning.</a:t>
            </a:r>
            <a:br/>
            <a:r>
              <a:t>Start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110" y="5313045"/>
            <a:ext cx="4590415" cy="4476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Microsoft YaHei UI" panose="020B0503020204020204" charset="-122"/>
              </a:defRPr>
            </a:pPr>
            <a:r>
              <a:t>从今天开始，让 AI 成为你的学习伙伴，而不是拐杖。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4572000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Reasonix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2026.06.21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304" y="0"/>
            <a:ext cx="609539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03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645920"/>
            <a:ext cx="45720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783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拥抱 AI，但保持独立思考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240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AI 是工具不是答案，批判性思维永远是核心竞争力。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200400"/>
            <a:ext cx="45720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学以致用，知行合一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794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知识只有在实践中才能真正内化为能力。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754880"/>
            <a:ext cx="45720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892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持续进化，终身学习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在 AI 时代，唯一不变的就是变化本身。保持好奇心，永远在路上。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5943600"/>
            <a:ext cx="457200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→ 完 · END OF DECK</a:t>
            </a:r>
          </a:p>
        </p:txBody>
      </p:sp>
    </p:spTree>
  </p:cSld>
  <p:clrMapOvr>
    <a:masterClrMapping/>
  </p:clrMapOvr>
  <ns3:AlternateContent>
    <ns3:Choice Requires="p14">
      <p:transition ns4:dur="500">
        <p:wipe dir="r"/>
      </p:transition>
    </ns3:Choice>
    <ns3:Fallback>
      <p:transition>
        <p:wipe dir="r"/>
      </p:transition>
    </ns3:Fallback>
  </ns3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</Words>
  <Application>WPS 演示</Application>
  <PresentationFormat>On-screen Show (4:3)</PresentationFormat>
  <Paragraphs>268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Arial</vt:lpstr>
      <vt:lpstr>Consolas</vt:lpstr>
      <vt:lpstr>Microsoft YaHei UI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林文昊</cp:lastModifiedBy>
  <cp:revision>2</cp:revision>
  <dcterms:created xsi:type="dcterms:W3CDTF">2013-01-27T09:14:00Z</dcterms:created>
  <dcterms:modified xsi:type="dcterms:W3CDTF">2026-06-22T13:52:43Z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B6DC3DCFD5084299B19EA0AC4DA357BE_12</vt:lpwstr>
  </property>
  <property fmtid="{D5CDD505-2E9C-101B-9397-08002B2CF9AE}" pid="3" name="KSOProductBuildVer">
    <vt:lpwstr>2052-12.1.0.26895</vt:lpwstr>
  </property>
</Properties>
</file>