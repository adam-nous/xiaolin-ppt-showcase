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0975" cy="6534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B2A4A"/>
                </a:gs>
                <a:gs pos="100000">
                  <a:srgbClr val="0F1A2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8">
              <a:solidFill>
                <a:srgbClr val="1B3A5C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48665" y="648652"/>
            <a:ext cx="1918335" cy="218123"/>
            <a:chOff x="748665" y="648652"/>
            <a:chExt cx="1918335" cy="218123"/>
          </a:xfrm>
        </p:grpSpPr>
        <p:sp>
          <p:nvSpPr>
            <p:cNvPr id="9" name="TextBox 9"/>
            <p:cNvSpPr txBox="1"/>
            <p:nvPr/>
          </p:nvSpPr>
          <p:spPr>
            <a:xfrm>
              <a:off x="748665" y="648652"/>
              <a:ext cx="17208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9A96E"/>
                  </a:solidFill>
                  <a:latin typeface="Georgia"/>
                  <a:ea typeface="Georgia"/>
                  <a:cs typeface="Georgia"/>
                </a:rPr>
                <a:t>REASONIX · REMOTE WORK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857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C9A96E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93420" y="1798320"/>
            <a:ext cx="3161538" cy="2811780"/>
            <a:chOff x="693420" y="1798320"/>
            <a:chExt cx="3161538" cy="2811780"/>
          </a:xfrm>
        </p:grpSpPr>
        <p:sp>
          <p:nvSpPr>
            <p:cNvPr id="12" name="TextBox 12"/>
            <p:cNvSpPr txBox="1"/>
            <p:nvPr/>
          </p:nvSpPr>
          <p:spPr>
            <a:xfrm>
              <a:off x="693420" y="1798320"/>
              <a:ext cx="3161538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远程办公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3420" y="2655570"/>
              <a:ext cx="893255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3420" y="3512820"/>
              <a:ext cx="164934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未来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2950" y="4476750"/>
            <a:ext cx="2898458" cy="828675"/>
            <a:chOff x="742950" y="4476750"/>
            <a:chExt cx="2898458" cy="828675"/>
          </a:xfrm>
        </p:grpSpPr>
        <p:sp>
          <p:nvSpPr>
            <p:cNvPr id="16" name="Line 16"/>
            <p:cNvSpPr/>
            <p:nvPr/>
          </p:nvSpPr>
          <p:spPr>
            <a:xfrm>
              <a:off x="762000" y="44767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C9A96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2950" y="4695825"/>
              <a:ext cx="28984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0B4D0"/>
                  </a:solidFill>
                  <a:latin typeface="Arial"/>
                  <a:ea typeface="Microsoft YaHei"/>
                  <a:cs typeface="Arial"/>
                </a:rPr>
                <a:t>企业管理 · 远程协作 · 未来趋势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6760" y="5061585"/>
              <a:ext cx="17426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8BB8"/>
                  </a:solidFill>
                  <a:latin typeface="Arial"/>
                  <a:ea typeface="Microsoft YaHei"/>
                  <a:cs typeface="Arial"/>
                </a:rPr>
                <a:t>自动动画 · 8页完整内容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572500" y="952500"/>
            <a:ext cx="2857500" cy="571500"/>
            <a:chOff x="8572500" y="952500"/>
            <a:chExt cx="2857500" cy="571500"/>
          </a:xfrm>
        </p:grpSpPr>
        <p:sp>
          <p:nvSpPr>
            <p:cNvPr id="20" name="Rectangle 20"/>
            <p:cNvSpPr/>
            <p:nvPr/>
          </p:nvSpPr>
          <p:spPr>
            <a:xfrm>
              <a:off x="8572500" y="952500"/>
              <a:ext cx="2857500" cy="571500"/>
            </a:xfrm>
            <a:prstGeom prst="roundRect">
              <a:avLst>
                <a:gd name="adj" fmla="val 50000"/>
              </a:avLst>
            </a:prstGeom>
            <a:solidFill>
              <a:srgbClr val="C9A96E">
                <a:alpha val="9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72886" y="1171575"/>
              <a:ext cx="10567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成品案例 2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050976" y="65212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5" dirty="0">
                <a:solidFill>
                  <a:srgbClr val="6B8BB8"/>
                </a:solidFill>
                <a:latin typeface="Georgia"/>
                <a:ea typeface="Georgia"/>
                <a:cs typeface="Georgia"/>
              </a:rPr>
              <a:t>01 / 08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2026-06-24T01:52:04Z</dcterms:created>
  <dcterms:modified xsi:type="dcterms:W3CDTF">2026-06-24T01:52:04Z</dcterms:modified>
  <cp:category/>
  <cp:contentStatus/>
</cp:coreProperties>
</file>