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52128" y="535305"/>
              <a:ext cx="3287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BRUTALIST · NEWSPAPER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0560" y="1127760"/>
            <a:ext cx="3358477" cy="3558540"/>
            <a:chOff x="670560" y="1127760"/>
            <a:chExt cx="3358477" cy="3558540"/>
          </a:xfrm>
        </p:grpSpPr>
        <p:sp>
          <p:nvSpPr>
            <p:cNvPr id="9" name="TextBox 9"/>
            <p:cNvSpPr txBox="1"/>
            <p:nvPr/>
          </p:nvSpPr>
          <p:spPr>
            <a:xfrm>
              <a:off x="670560" y="1127760"/>
              <a:ext cx="2047913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RAW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0560" y="2175510"/>
              <a:ext cx="325766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DESIGN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0560" y="3223260"/>
              <a:ext cx="3358477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POWER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9140" y="4381500"/>
            <a:ext cx="3832860" cy="876300"/>
            <a:chOff x="739140" y="4381500"/>
            <a:chExt cx="3832860" cy="876300"/>
          </a:xfrm>
        </p:grpSpPr>
        <p:sp>
          <p:nvSpPr>
            <p:cNvPr id="13" name="Rectangle 13"/>
            <p:cNvSpPr/>
            <p:nvPr/>
          </p:nvSpPr>
          <p:spPr>
            <a:xfrm>
              <a:off x="762000" y="4381500"/>
              <a:ext cx="3810000" cy="381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140" y="4568190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打破常规，重塑视觉语言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50139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2026 年度设计趋势报告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4373880"/>
            <a:ext cx="2857500" cy="1150620"/>
            <a:chOff x="8572500" y="4373880"/>
            <a:chExt cx="2857500" cy="1150620"/>
          </a:xfrm>
        </p:grpSpPr>
        <p:sp>
          <p:nvSpPr>
            <p:cNvPr id="17" name="Rectangle 17"/>
            <p:cNvSpPr/>
            <p:nvPr/>
          </p:nvSpPr>
          <p:spPr>
            <a:xfrm>
              <a:off x="8572500" y="4381500"/>
              <a:ext cx="2857500" cy="1143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78295" y="437388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64362" y="5030152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EDITION 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93770" y="52844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888888"/>
                  </a:solidFill>
                  <a:latin typeface="Arial"/>
                  <a:ea typeface="Arial"/>
                  <a:cs typeface="Arial"/>
                </a:rPr>
                <a:t>ISSUE NO. 001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22" name="Rectangle 22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4504" y="6220778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CONFIDENTIAL · FOR INTERNAL USE ONLY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709410" y="535305"/>
              <a:ext cx="27731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TABLE OF CONTENTS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1333500"/>
            <a:ext cx="2315528" cy="4419600"/>
            <a:chOff x="762000" y="1333500"/>
            <a:chExt cx="2315528" cy="441960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333500"/>
              <a:ext cx="2035493" cy="609600"/>
              <a:chOff x="762000" y="1333500"/>
              <a:chExt cx="2035493" cy="6096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333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2447" y="1455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01140" y="1377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设计理念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10665" y="16964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打破常规的视觉哲学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62000" y="2095500"/>
              <a:ext cx="1895475" cy="609600"/>
              <a:chOff x="762000" y="2095500"/>
              <a:chExt cx="1895475" cy="6096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62000" y="2095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2447" y="2217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01140" y="2139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视觉语言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10665" y="24584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粗犷、原始、有力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62000" y="2857500"/>
              <a:ext cx="1895475" cy="609600"/>
              <a:chOff x="762000" y="2857500"/>
              <a:chExt cx="1895475" cy="6096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857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447" y="2979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01140" y="2901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色彩策略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10665" y="32204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高对比度的冲击力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619500"/>
              <a:ext cx="2315528" cy="609600"/>
              <a:chOff x="762000" y="3619500"/>
              <a:chExt cx="2315528" cy="6096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3619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2447" y="3741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501140" y="3663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排版规则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510665" y="3982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大字号、粗字体、无衬线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62000" y="4381500"/>
              <a:ext cx="1792986" cy="609600"/>
              <a:chOff x="762000" y="4381500"/>
              <a:chExt cx="1792986" cy="6096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" y="4381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32447" y="4503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01140" y="4425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案例展示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10665" y="47444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野兽派设计实践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5143500"/>
              <a:ext cx="2035493" cy="609600"/>
              <a:chOff x="762000" y="5143500"/>
              <a:chExt cx="2035493" cy="6096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5143500"/>
                <a:ext cx="571500" cy="5715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447" y="5265420"/>
                <a:ext cx="43060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Impact"/>
                    <a:ea typeface="Impact"/>
                    <a:cs typeface="Impact"/>
                  </a:rPr>
                  <a:t>06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501140" y="5187315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Impact"/>
                    <a:ea typeface="Microsoft YaHei"/>
                    <a:cs typeface="Impact"/>
                  </a:rPr>
                  <a:t>未来展望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10665" y="55064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设计趋势与发展方向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8572500" y="933450"/>
            <a:ext cx="2857500" cy="4781550"/>
            <a:chOff x="8572500" y="933450"/>
            <a:chExt cx="2857500" cy="4781550"/>
          </a:xfrm>
        </p:grpSpPr>
        <p:sp>
          <p:nvSpPr>
            <p:cNvPr id="40" name="Rectangle 40"/>
            <p:cNvSpPr/>
            <p:nvPr/>
          </p:nvSpPr>
          <p:spPr>
            <a:xfrm>
              <a:off x="8572500" y="1333500"/>
              <a:ext cx="2857500" cy="43815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93863" y="933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17964" y="2537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048750" y="2857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23870" y="3125152"/>
              <a:ext cx="7547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88888"/>
                  </a:solidFill>
                  <a:latin typeface="Arial"/>
                  <a:ea typeface="Arial"/>
                  <a:cs typeface="Arial"/>
                </a:rPr>
                <a:t>6 SECTIONS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97379" y="3410902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88888"/>
                  </a:solidFill>
                  <a:latin typeface="Arial"/>
                  <a:ea typeface="Arial"/>
                  <a:cs typeface="Arial"/>
                </a:rPr>
                <a:t>24 PAGES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47" name="Rectangle 47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746165" y="53530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DESIGN PHILOSOPHY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3420" y="1131570"/>
            <a:ext cx="2216420" cy="2811780"/>
            <a:chOff x="693420" y="1131570"/>
            <a:chExt cx="2216420" cy="2811780"/>
          </a:xfrm>
        </p:grpSpPr>
        <p:sp>
          <p:nvSpPr>
            <p:cNvPr id="9" name="TextBox 9"/>
            <p:cNvSpPr txBox="1"/>
            <p:nvPr/>
          </p:nvSpPr>
          <p:spPr>
            <a:xfrm>
              <a:off x="693420" y="1131570"/>
              <a:ext cx="221642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BREAK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3420" y="1988820"/>
              <a:ext cx="1384716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3420" y="2846070"/>
              <a:ext cx="221642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RULES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810000"/>
            <a:ext cx="4762500" cy="1524000"/>
            <a:chOff x="762000" y="3810000"/>
            <a:chExt cx="476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762500" cy="1524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3810000"/>
              <a:ext cx="76200" cy="1524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0605" y="4045268"/>
              <a:ext cx="1393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"设计不是装饰，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0605" y="4331018"/>
              <a:ext cx="1933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而是传达思想的工具。"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415" y="483965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— 野兽派宣言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0" y="1333500"/>
            <a:ext cx="5334000" cy="4000500"/>
            <a:chOff x="6096000" y="1333500"/>
            <a:chExt cx="5334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6096000" y="1333500"/>
              <a:ext cx="5334000" cy="40005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3640" y="1520190"/>
              <a:ext cx="19863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CORE PRINCIPLES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286500" y="18097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1260" y="206121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粗犷胜于精致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1260" y="234696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原始胜于修饰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1260" y="263271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冲击胜于和谐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1260" y="291846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功能胜于形式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1260" y="320421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真实胜于美化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3165" y="36966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这些原则构成了野兽派设计的核心，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3165" y="398240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指导我们创造更具冲击力的视觉作品。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30" name="Rectangle 30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29938" y="535305"/>
              <a:ext cx="23321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VISUAL LANGUAGE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040" y="1196340"/>
            <a:ext cx="1466088" cy="2499360"/>
            <a:chOff x="701040" y="1196340"/>
            <a:chExt cx="1466088" cy="2499360"/>
          </a:xfrm>
        </p:grpSpPr>
        <p:sp>
          <p:nvSpPr>
            <p:cNvPr id="9" name="TextBox 9"/>
            <p:cNvSpPr txBox="1"/>
            <p:nvPr/>
          </p:nvSpPr>
          <p:spPr>
            <a:xfrm>
              <a:off x="701040" y="1196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粗犷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1958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0000"/>
                  </a:solidFill>
                  <a:latin typeface="Impact"/>
                  <a:ea typeface="Microsoft YaHei"/>
                  <a:cs typeface="Impact"/>
                </a:rPr>
                <a:t>原始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040" y="2720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有力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619500"/>
            <a:ext cx="8191500" cy="1143000"/>
            <a:chOff x="762000" y="3619500"/>
            <a:chExt cx="8191500" cy="1143000"/>
          </a:xfrm>
        </p:grpSpPr>
        <p:sp>
          <p:nvSpPr>
            <p:cNvPr id="13" name="Rectangle 13"/>
            <p:cNvSpPr/>
            <p:nvPr/>
          </p:nvSpPr>
          <p:spPr>
            <a:xfrm>
              <a:off x="762000" y="3619500"/>
              <a:ext cx="1905000" cy="1143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6479" y="40919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#FF0000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857500" y="3619500"/>
              <a:ext cx="1905000" cy="1143000"/>
            </a:xfrm>
            <a:prstGeom prst="rect">
              <a:avLst/>
            </a:prstGeom>
            <a:solidFill>
              <a:srgbClr val="1A1A1A"/>
            </a:solidFill>
            <a:ln w="19050">
              <a:solidFill>
                <a:srgbClr val="FF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01979" y="40919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#1A1A1A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53000" y="3619500"/>
              <a:ext cx="1905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97479" y="40919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A1A1A"/>
                  </a:solidFill>
                  <a:latin typeface="Impact"/>
                  <a:ea typeface="Impact"/>
                  <a:cs typeface="Impact"/>
                </a:rPr>
                <a:t>#FFFFFF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48500" y="3619500"/>
              <a:ext cx="1905000" cy="1143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2979" y="40919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#333333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5048250"/>
            <a:ext cx="8191500" cy="1143000"/>
            <a:chOff x="762000" y="5048250"/>
            <a:chExt cx="8191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762000" y="5048250"/>
              <a:ext cx="8191500" cy="1143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5355" y="5283518"/>
              <a:ext cx="11117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TYPOGRAPHY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780" y="5326380"/>
              <a:ext cx="172964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IMPACT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7260" y="5871210"/>
              <a:ext cx="25027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大字号 · 粗字体 · 无衬线 · 高对比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34500" y="3352800"/>
            <a:ext cx="2095500" cy="2838450"/>
            <a:chOff x="9334500" y="3352800"/>
            <a:chExt cx="2095500" cy="2838450"/>
          </a:xfrm>
        </p:grpSpPr>
        <p:sp>
          <p:nvSpPr>
            <p:cNvPr id="27" name="Rectangle 27"/>
            <p:cNvSpPr/>
            <p:nvPr/>
          </p:nvSpPr>
          <p:spPr>
            <a:xfrm>
              <a:off x="9334500" y="3619500"/>
              <a:ext cx="2095500" cy="25717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43992" y="3352800"/>
              <a:ext cx="10765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2980" y="4442460"/>
              <a:ext cx="5185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VISUAL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14966" y="4728210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LANGUAGE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32" name="Rectangle 32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6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15236" y="535305"/>
              <a:ext cx="23615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COLOR STRATEGY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3420" y="1131570"/>
            <a:ext cx="3615195" cy="1954530"/>
            <a:chOff x="693420" y="1131570"/>
            <a:chExt cx="3615195" cy="1954530"/>
          </a:xfrm>
        </p:grpSpPr>
        <p:sp>
          <p:nvSpPr>
            <p:cNvPr id="9" name="TextBox 9"/>
            <p:cNvSpPr txBox="1"/>
            <p:nvPr/>
          </p:nvSpPr>
          <p:spPr>
            <a:xfrm>
              <a:off x="693420" y="1131570"/>
              <a:ext cx="1611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HIGH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3420" y="1988820"/>
              <a:ext cx="361519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CONTRAST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952750"/>
            <a:ext cx="10668000" cy="1905000"/>
            <a:chOff x="762000" y="2952750"/>
            <a:chExt cx="10668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762000" y="2952750"/>
              <a:ext cx="5334000" cy="190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27186" y="3611880"/>
              <a:ext cx="160362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黑与白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2952750"/>
              <a:ext cx="5334000" cy="1905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61186" y="3611880"/>
              <a:ext cx="160362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红与黑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5143500"/>
            <a:ext cx="10668000" cy="1243012"/>
            <a:chOff x="762000" y="5143500"/>
            <a:chExt cx="10668000" cy="1243012"/>
          </a:xfrm>
        </p:grpSpPr>
        <p:sp>
          <p:nvSpPr>
            <p:cNvPr id="17" name="Rectangle 17"/>
            <p:cNvSpPr/>
            <p:nvPr/>
          </p:nvSpPr>
          <p:spPr>
            <a:xfrm>
              <a:off x="762000" y="5143500"/>
              <a:ext cx="10668000" cy="1143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5355" y="5378768"/>
              <a:ext cx="12062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COLOR RULES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5696902"/>
              <a:ext cx="3709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• 主色调：黑色 #1A1A1A（背景） + 白色 #FFFFFF（文字）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5935028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• 强调色：红色 #FF0000（关键信息、按钮、分隔线）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61731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• 辅助色：灰色 #333333（卡片、区块背景）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34500" y="1257300"/>
            <a:ext cx="2095500" cy="1504950"/>
            <a:chOff x="9334500" y="1257300"/>
            <a:chExt cx="2095500" cy="1504950"/>
          </a:xfrm>
        </p:grpSpPr>
        <p:sp>
          <p:nvSpPr>
            <p:cNvPr id="23" name="Rectangle 23"/>
            <p:cNvSpPr/>
            <p:nvPr/>
          </p:nvSpPr>
          <p:spPr>
            <a:xfrm>
              <a:off x="9334500" y="1333500"/>
              <a:ext cx="2095500" cy="14287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3992" y="1257300"/>
              <a:ext cx="10765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4978" y="23469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COLOR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27" name="Rectangle 27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2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31325" y="535305"/>
              <a:ext cx="17293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TYPOGRAPHY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3420" y="1131570"/>
            <a:ext cx="2216420" cy="2811780"/>
            <a:chOff x="693420" y="1131570"/>
            <a:chExt cx="2216420" cy="2811780"/>
          </a:xfrm>
        </p:grpSpPr>
        <p:sp>
          <p:nvSpPr>
            <p:cNvPr id="9" name="TextBox 9"/>
            <p:cNvSpPr txBox="1"/>
            <p:nvPr/>
          </p:nvSpPr>
          <p:spPr>
            <a:xfrm>
              <a:off x="693420" y="1131570"/>
              <a:ext cx="119569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BIG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3420" y="1988820"/>
              <a:ext cx="1951787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BOLD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3420" y="2846070"/>
              <a:ext cx="221642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BLACK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810000"/>
            <a:ext cx="10668000" cy="2495550"/>
            <a:chOff x="762000" y="3810000"/>
            <a:chExt cx="10668000" cy="2495550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10668000" cy="762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897630"/>
              <a:ext cx="298980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IMPACT 48px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667250"/>
              <a:ext cx="10668000" cy="5715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8210" y="4756785"/>
              <a:ext cx="22423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CCCCCC"/>
                  </a:solidFill>
                  <a:latin typeface="Impact"/>
                  <a:ea typeface="Impact"/>
                  <a:cs typeface="Impact"/>
                </a:rPr>
                <a:t>IMPACT 36px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5334000"/>
              <a:ext cx="10668000" cy="4762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9640" y="5473065"/>
              <a:ext cx="18099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Arial Bold 24px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905500"/>
              <a:ext cx="10668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7260" y="60617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Arial Regular 16px - 正文内容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34500" y="1257300"/>
            <a:ext cx="2095500" cy="1504950"/>
            <a:chOff x="9334500" y="1257300"/>
            <a:chExt cx="2095500" cy="1504950"/>
          </a:xfrm>
        </p:grpSpPr>
        <p:sp>
          <p:nvSpPr>
            <p:cNvPr id="22" name="Rectangle 22"/>
            <p:cNvSpPr/>
            <p:nvPr/>
          </p:nvSpPr>
          <p:spPr>
            <a:xfrm>
              <a:off x="9334500" y="1333500"/>
              <a:ext cx="2095500" cy="14287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3992" y="1257300"/>
              <a:ext cx="10765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90988" y="2346960"/>
              <a:ext cx="382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TYPE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26" name="Rectangle 26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96096" y="535305"/>
              <a:ext cx="21998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CASE SHOWCASE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333500"/>
            <a:ext cx="5334000" cy="2286000"/>
            <a:chOff x="762000" y="1333500"/>
            <a:chExt cx="5334000" cy="2286000"/>
          </a:xfrm>
        </p:grpSpPr>
        <p:sp>
          <p:nvSpPr>
            <p:cNvPr id="9" name="Rectangle 9"/>
            <p:cNvSpPr/>
            <p:nvPr/>
          </p:nvSpPr>
          <p:spPr>
            <a:xfrm>
              <a:off x="762000" y="1333500"/>
              <a:ext cx="5334000" cy="2286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333500"/>
              <a:ext cx="76200" cy="2286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14878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海报设计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18869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高对比度、大字号、强视觉冲击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286000"/>
              <a:ext cx="1905000" cy="952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87913" y="2566035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海报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43250" y="2286000"/>
              <a:ext cx="19050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83413" y="2566035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设计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0" y="1333500"/>
            <a:ext cx="5334000" cy="2286000"/>
            <a:chOff x="6096000" y="1333500"/>
            <a:chExt cx="53340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6096000" y="1333500"/>
              <a:ext cx="5334000" cy="2286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0" y="1333500"/>
              <a:ext cx="76200" cy="2286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5080" y="14878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网页设计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68415" y="18869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极简布局、粗犷线条、原始美感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81750" y="2286000"/>
              <a:ext cx="4762500" cy="952500"/>
            </a:xfrm>
            <a:prstGeom prst="rect">
              <a:avLst/>
            </a:prstGeom>
            <a:solidFill>
              <a:srgbClr val="1A1A1A"/>
            </a:solidFill>
            <a:ln w="38100">
              <a:solidFill>
                <a:srgbClr val="FF00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72616" y="2566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0000"/>
                  </a:solidFill>
                  <a:latin typeface="Impact"/>
                  <a:ea typeface="Microsoft YaHei"/>
                  <a:cs typeface="Impact"/>
                </a:rPr>
                <a:t>网页设计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905250"/>
            <a:ext cx="5334000" cy="2286000"/>
            <a:chOff x="762000" y="3905250"/>
            <a:chExt cx="5334000" cy="2286000"/>
          </a:xfrm>
        </p:grpSpPr>
        <p:sp>
          <p:nvSpPr>
            <p:cNvPr id="25" name="Rectangle 25"/>
            <p:cNvSpPr/>
            <p:nvPr/>
          </p:nvSpPr>
          <p:spPr>
            <a:xfrm>
              <a:off x="762000" y="3905250"/>
              <a:ext cx="5334000" cy="2286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3905250"/>
              <a:ext cx="76200" cy="2286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1080" y="40595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品牌设计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4415" y="44586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原始、真实、有力量感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" y="4857750"/>
              <a:ext cx="4762500" cy="952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90193" y="50406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BRAND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0" y="3905250"/>
            <a:ext cx="5334000" cy="2286000"/>
            <a:chOff x="6096000" y="3905250"/>
            <a:chExt cx="5334000" cy="2286000"/>
          </a:xfrm>
        </p:grpSpPr>
        <p:sp>
          <p:nvSpPr>
            <p:cNvPr id="32" name="Rectangle 32"/>
            <p:cNvSpPr/>
            <p:nvPr/>
          </p:nvSpPr>
          <p:spPr>
            <a:xfrm>
              <a:off x="6096000" y="3905250"/>
              <a:ext cx="5334000" cy="2286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3905250"/>
              <a:ext cx="76200" cy="2286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5080" y="40595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包装设计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8415" y="44586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极简主义、高对比度、醒目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857750"/>
              <a:ext cx="22860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12413" y="5137785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0000"/>
                  </a:solidFill>
                  <a:latin typeface="Impact"/>
                  <a:ea typeface="Microsoft YaHei"/>
                  <a:cs typeface="Impact"/>
                </a:rPr>
                <a:t>包装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858250" y="4857750"/>
              <a:ext cx="2286000" cy="952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88913" y="5137785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设计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843992" y="1257300"/>
            <a:ext cx="1076516" cy="1219200"/>
            <a:chOff x="9843992" y="1257300"/>
            <a:chExt cx="1076516" cy="1219200"/>
          </a:xfrm>
        </p:grpSpPr>
        <p:sp>
          <p:nvSpPr>
            <p:cNvPr id="41" name="TextBox 41"/>
            <p:cNvSpPr txBox="1"/>
            <p:nvPr/>
          </p:nvSpPr>
          <p:spPr>
            <a:xfrm>
              <a:off x="9843992" y="1257300"/>
              <a:ext cx="10765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07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43" name="Rectangle 43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  <p:bldP spid="31" grpId="0"/>
      <p:bldP spid="40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1000" y="381000"/>
            <a:ext cx="11430000" cy="581025"/>
            <a:chOff x="381000" y="381000"/>
            <a:chExt cx="11430000" cy="581025"/>
          </a:xfrm>
        </p:grpSpPr>
        <p:sp>
          <p:nvSpPr>
            <p:cNvPr id="6" name="Rectangle 6"/>
            <p:cNvSpPr/>
            <p:nvPr/>
          </p:nvSpPr>
          <p:spPr>
            <a:xfrm>
              <a:off x="381000" y="381000"/>
              <a:ext cx="11430000" cy="5715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502" y="535305"/>
              <a:ext cx="13029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Impact"/>
                  <a:ea typeface="Impact"/>
                  <a:cs typeface="Impact"/>
                </a:rPr>
                <a:t>SUMMARY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81996" y="1322070"/>
            <a:ext cx="4628007" cy="1783080"/>
            <a:chOff x="3781996" y="1322070"/>
            <a:chExt cx="4628007" cy="1783080"/>
          </a:xfrm>
        </p:grpSpPr>
        <p:sp>
          <p:nvSpPr>
            <p:cNvPr id="9" name="TextBox 9"/>
            <p:cNvSpPr txBox="1"/>
            <p:nvPr/>
          </p:nvSpPr>
          <p:spPr>
            <a:xfrm>
              <a:off x="4137184" y="1322070"/>
              <a:ext cx="391763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野兽派设计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81996" y="2373630"/>
              <a:ext cx="462800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0000"/>
                  </a:solidFill>
                  <a:latin typeface="Impact"/>
                  <a:ea typeface="Microsoft YaHei"/>
                  <a:cs typeface="Impact"/>
                </a:rPr>
                <a:t>打破常规，重塑视觉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238500"/>
            <a:ext cx="10668000" cy="1905000"/>
            <a:chOff x="762000" y="3238500"/>
            <a:chExt cx="10668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762000" y="3238500"/>
              <a:ext cx="10668000" cy="1905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355" y="3473768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KEY TAKEAWAYS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3714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7260" y="3870960"/>
              <a:ext cx="2246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粗犷、原始、有力的设计语言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4156710"/>
              <a:ext cx="2566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高对比度色彩策略（黑、白、红）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7260" y="4442460"/>
              <a:ext cx="2246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大字号、粗字体、无衬线排版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7260" y="4728210"/>
              <a:ext cx="2086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打破常规，创造视觉冲击力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5429250"/>
            <a:ext cx="10668000" cy="762000"/>
            <a:chOff x="762000" y="5429250"/>
            <a:chExt cx="10668000" cy="762000"/>
          </a:xfrm>
        </p:grpSpPr>
        <p:sp>
          <p:nvSpPr>
            <p:cNvPr id="20" name="Rectangle 20"/>
            <p:cNvSpPr/>
            <p:nvPr/>
          </p:nvSpPr>
          <p:spPr>
            <a:xfrm>
              <a:off x="762000" y="5429250"/>
              <a:ext cx="10668000" cy="7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82450" y="56140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开始你的野兽派设计之旅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84498" y="6442710"/>
            <a:ext cx="4223004" cy="243840"/>
            <a:chOff x="3984498" y="6442710"/>
            <a:chExt cx="4223004" cy="243840"/>
          </a:xfrm>
        </p:grpSpPr>
        <p:sp>
          <p:nvSpPr>
            <p:cNvPr id="23" name="TextBox 23"/>
            <p:cNvSpPr txBox="1"/>
            <p:nvPr/>
          </p:nvSpPr>
          <p:spPr>
            <a:xfrm>
              <a:off x="3984498" y="6442710"/>
              <a:ext cx="42230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contact@brutalist-design.com | github.com/brutalist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43992" y="1257300"/>
            <a:ext cx="1076516" cy="1219200"/>
            <a:chOff x="9843992" y="1257300"/>
            <a:chExt cx="1076516" cy="1219200"/>
          </a:xfrm>
        </p:grpSpPr>
        <p:sp>
          <p:nvSpPr>
            <p:cNvPr id="25" name="TextBox 25"/>
            <p:cNvSpPr txBox="1"/>
            <p:nvPr/>
          </p:nvSpPr>
          <p:spPr>
            <a:xfrm>
              <a:off x="9843992" y="1257300"/>
              <a:ext cx="10765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F0000"/>
                  </a:solidFill>
                  <a:latin typeface="Impact"/>
                  <a:ea typeface="Impact"/>
                  <a:cs typeface="Impact"/>
                </a:rPr>
                <a:t>08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6096000"/>
            <a:ext cx="11430000" cy="381000"/>
            <a:chOff x="381000" y="6096000"/>
            <a:chExt cx="11430000" cy="381000"/>
          </a:xfrm>
        </p:grpSpPr>
        <p:sp>
          <p:nvSpPr>
            <p:cNvPr id="27" name="Rectangle 27"/>
            <p:cNvSpPr/>
            <p:nvPr/>
          </p:nvSpPr>
          <p:spPr>
            <a:xfrm>
              <a:off x="381000" y="6096000"/>
              <a:ext cx="11430000" cy="381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37547" y="622077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BRUTALIST NEWSPAPER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  <p:bldP spid="24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2026-06-24T01:52:05Z</dcterms:created>
  <dcterms:modified xsi:type="dcterms:W3CDTF">2026-06-24T01:52:05Z</dcterms:modified>
  <cp:category/>
  <cp:contentStatus/>
</cp:coreProperties>
</file>